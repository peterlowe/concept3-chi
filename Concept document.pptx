
<file path=[Content_Types].xml><?xml version="1.0" encoding="utf-8"?>
<Types xmlns="http://schemas.openxmlformats.org/package/2006/content-types">
  <Default Extension="png" ContentType="image/png"/>
  <Default Extension="jfif" ContentType="image/jpe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2" d="100"/>
          <a:sy n="72" d="100"/>
        </p:scale>
        <p:origin x="81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20834" y="134694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920834" y="429969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920834" y="1484779"/>
            <a:ext cx="10222992" cy="274320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10" name="Group 9"/>
          <p:cNvGrpSpPr/>
          <p:nvPr/>
        </p:nvGrpSpPr>
        <p:grpSpPr>
          <a:xfrm>
            <a:off x="9649215" y="4068923"/>
            <a:ext cx="1080904" cy="1080902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51560" y="1432223"/>
            <a:ext cx="9966960" cy="3035808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960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9848" y="4389120"/>
            <a:ext cx="7891272" cy="1069848"/>
          </a:xfrm>
        </p:spPr>
        <p:txBody>
          <a:bodyPr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592733" y="4289334"/>
            <a:ext cx="1193868" cy="640080"/>
          </a:xfrm>
        </p:spPr>
        <p:txBody>
          <a:bodyPr/>
          <a:lstStyle>
            <a:lvl1pPr>
              <a:defRPr sz="2800"/>
            </a:lvl1pPr>
          </a:lstStyle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2683110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243503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12192000" cy="194001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8" y="1225296"/>
            <a:ext cx="9281160" cy="352044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8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65774" y="5020056"/>
            <a:ext cx="9052560" cy="1066800"/>
          </a:xfrm>
        </p:spPr>
        <p:txBody>
          <a:bodyPr anchor="t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93667" y="6272784"/>
            <a:ext cx="2644309" cy="365125"/>
          </a:xfrm>
        </p:spPr>
        <p:txBody>
          <a:bodyPr/>
          <a:lstStyle/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182708" y="6272784"/>
            <a:ext cx="6327648" cy="365125"/>
          </a:xfrm>
        </p:spPr>
        <p:txBody>
          <a:bodyPr/>
          <a:lstStyle/>
          <a:p>
            <a:endParaRPr lang="en-IE"/>
          </a:p>
        </p:txBody>
      </p:sp>
      <p:grpSp>
        <p:nvGrpSpPr>
          <p:cNvPr id="8" name="Group 7"/>
          <p:cNvGrpSpPr/>
          <p:nvPr/>
        </p:nvGrpSpPr>
        <p:grpSpPr>
          <a:xfrm>
            <a:off x="897399" y="2325848"/>
            <a:ext cx="1080904" cy="1080902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3702" y="2506133"/>
            <a:ext cx="1188298" cy="720332"/>
          </a:xfrm>
        </p:spPr>
        <p:txBody>
          <a:bodyPr/>
          <a:lstStyle>
            <a:lvl1pPr>
              <a:defRPr sz="2800"/>
            </a:lvl1pPr>
          </a:lstStyle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3731721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9848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64224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8088921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4224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4224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0604715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6114326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8744753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685800"/>
            <a:ext cx="6711696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grpSp>
        <p:nvGrpSpPr>
          <p:cNvPr id="9" name="Group 8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10" name="Oval 9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1" name="Oval 10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188727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8303740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9" name="Oval 8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86335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3312005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533400"/>
            <a:ext cx="2552700" cy="5638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66800" y="533400"/>
            <a:ext cx="7505700" cy="563880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1268803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121408"/>
            <a:ext cx="10058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64424" y="6272784"/>
            <a:ext cx="32735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fld id="{104C362B-D8F0-4CC3-90F0-0096C1176BF7}" type="datetimeFigureOut">
              <a:rPr lang="en-IE" smtClean="0"/>
              <a:t>26/11/2021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88136" y="6272784"/>
            <a:ext cx="63276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2"/>
                </a:solidFill>
              </a:defRPr>
            </a:lvl1pPr>
          </a:lstStyle>
          <a:p>
            <a:endParaRPr lang="en-IE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311128" y="6272784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rgbClr val="FFFFFF"/>
                </a:solidFill>
                <a:latin typeface="+mj-lt"/>
              </a:defRPr>
            </a:lvl1pPr>
          </a:lstStyle>
          <a:p>
            <a:fld id="{98B211A7-2F45-49BE-A502-387AD187E12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897475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 cap="all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fif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5FB590-4C84-42CE-A055-1DA7680168D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E" dirty="0"/>
              <a:t>CATCH GAME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159259-CB5B-4B11-9B61-32F876D70EC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E" dirty="0"/>
              <a:t>Concept Document</a:t>
            </a:r>
          </a:p>
        </p:txBody>
      </p:sp>
    </p:spTree>
    <p:extLst>
      <p:ext uri="{BB962C8B-B14F-4D97-AF65-F5344CB8AC3E}">
        <p14:creationId xmlns:p14="http://schemas.microsoft.com/office/powerpoint/2010/main" val="10144598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57B6B-4360-4C05-86C5-8333E161C0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82A4CF-35FA-4864-8471-61C5A4E30F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Player is a disinfection staff who work in a hospital, </a:t>
            </a:r>
          </a:p>
          <a:p>
            <a:r>
              <a:rPr lang="en-US" dirty="0"/>
              <a:t>Player needs to catch all virus to keep the place clean</a:t>
            </a:r>
            <a:endParaRPr lang="en-I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A39BD5-10A6-4A00-8645-AE419942BC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3247" y="1938131"/>
            <a:ext cx="3441192" cy="39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38095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06ABC1-ABF9-4035-A605-41E078F55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Description </a:t>
            </a:r>
            <a:endParaRPr lang="en-I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8BD013-0885-4B90-86F2-1AD732ACC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player needs to catch different color of virus</a:t>
            </a:r>
          </a:p>
          <a:p>
            <a:r>
              <a:rPr lang="en-US" dirty="0"/>
              <a:t>and let the fresh air go out</a:t>
            </a:r>
          </a:p>
          <a:p>
            <a:r>
              <a:rPr lang="en-US" dirty="0"/>
              <a:t>The more viruses caught, the faster the decline</a:t>
            </a:r>
          </a:p>
          <a:p>
            <a:r>
              <a:rPr lang="en-US" dirty="0"/>
              <a:t>Missed 5 virus then end game(you </a:t>
            </a:r>
            <a:r>
              <a:rPr lang="en-US"/>
              <a:t>are fired!)</a:t>
            </a:r>
            <a:endParaRPr lang="en-US" dirty="0"/>
          </a:p>
          <a:p>
            <a:endParaRPr lang="en-I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5C5D742-EF93-4270-A2EA-924D369448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20948" y="1060174"/>
            <a:ext cx="5015947" cy="501594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1773435-5C8A-437D-864A-05A005ADD5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4211" y="3972598"/>
            <a:ext cx="3422374" cy="2400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241495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ood Type">
  <a:themeElements>
    <a:clrScheme name="Wood Type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Wood Type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Wood Type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TM03090434[[fn=Wood Type]]</Template>
  <TotalTime>8</TotalTime>
  <Words>63</Words>
  <Application>Microsoft Office PowerPoint</Application>
  <PresentationFormat>Widescreen</PresentationFormat>
  <Paragraphs>10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Rockwell</vt:lpstr>
      <vt:lpstr>Rockwell Condensed</vt:lpstr>
      <vt:lpstr>Wingdings</vt:lpstr>
      <vt:lpstr>Wood Type</vt:lpstr>
      <vt:lpstr>CATCH GAME</vt:lpstr>
      <vt:lpstr>Background</vt:lpstr>
      <vt:lpstr>Description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CATCH GAME</dc:title>
  <dc:creator>(Student) - Chi Cham Ng</dc:creator>
  <cp:lastModifiedBy>(Student) - Chi Cham Ng</cp:lastModifiedBy>
  <cp:revision>7</cp:revision>
  <dcterms:created xsi:type="dcterms:W3CDTF">2021-11-26T10:17:42Z</dcterms:created>
  <dcterms:modified xsi:type="dcterms:W3CDTF">2021-11-26T10:55:54Z</dcterms:modified>
</cp:coreProperties>
</file>