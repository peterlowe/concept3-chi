
<file path=[Content_Types].xml><?xml version="1.0" encoding="utf-8"?>
<Types xmlns="http://schemas.openxmlformats.org/package/2006/content-types">
  <Default Extension="png" ContentType="image/png"/>
  <Default Extension="jfif" ContentType="image/jpe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8311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4350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IE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73172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08892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60471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11432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4475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18872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335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31200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26880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IE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97475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fif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B590-4C84-42CE-A055-1DA7680168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CATCH GAME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59259-CB5B-4B11-9B61-32F876D70E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Concept Document</a:t>
            </a:r>
          </a:p>
        </p:txBody>
      </p:sp>
    </p:spTree>
    <p:extLst>
      <p:ext uri="{BB962C8B-B14F-4D97-AF65-F5344CB8AC3E}">
        <p14:creationId xmlns:p14="http://schemas.microsoft.com/office/powerpoint/2010/main" val="1014459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57B6B-4360-4C05-86C5-8333E161C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2A4CF-35FA-4864-8471-61C5A4E30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Player is a disinfection staff who work in a hospital, </a:t>
            </a:r>
          </a:p>
          <a:p>
            <a:r>
              <a:rPr lang="en-US" dirty="0"/>
              <a:t>Player needs to catch all virus to keep the place clean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A39BD5-10A6-4A00-8645-AE419942B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3247" y="1938131"/>
            <a:ext cx="3441192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809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6ABC1-ABF9-4035-A605-41E078F55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Description 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BD013-0885-4B90-86F2-1AD732ACC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player needs to catch different color of virus</a:t>
            </a:r>
          </a:p>
          <a:p>
            <a:r>
              <a:rPr lang="en-US" dirty="0"/>
              <a:t>and let the fresh air go out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C5D742-EF93-4270-A2EA-924D36944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2652" y="781878"/>
            <a:ext cx="5294243" cy="52942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73435-5C8A-437D-864A-05A005ADD5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6363" y="3181832"/>
            <a:ext cx="4549637" cy="319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4149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5</TotalTime>
  <Words>43</Words>
  <Application>Microsoft Office PowerPoint</Application>
  <PresentationFormat>Widescreen</PresentationFormat>
  <Paragraphs>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Rockwell</vt:lpstr>
      <vt:lpstr>Rockwell Condensed</vt:lpstr>
      <vt:lpstr>Wingdings</vt:lpstr>
      <vt:lpstr>Wood Type</vt:lpstr>
      <vt:lpstr>CATCH GAME</vt:lpstr>
      <vt:lpstr>Background</vt:lpstr>
      <vt:lpstr>Description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CATCH GAME</dc:title>
  <dc:creator>(Student) - Chi Cham Ng</dc:creator>
  <cp:lastModifiedBy>(Student) - Chi Cham Ng</cp:lastModifiedBy>
  <cp:revision>5</cp:revision>
  <dcterms:created xsi:type="dcterms:W3CDTF">2021-11-26T10:17:42Z</dcterms:created>
  <dcterms:modified xsi:type="dcterms:W3CDTF">2021-11-26T10:39:21Z</dcterms:modified>
</cp:coreProperties>
</file>