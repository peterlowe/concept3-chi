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362B-D8F0-4CC3-90F0-0096C1176BF7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8B211A7-2F45-49BE-A502-387AD187E1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68311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362B-D8F0-4CC3-90F0-0096C1176BF7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211A7-2F45-49BE-A502-387AD187E1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24350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04C362B-D8F0-4CC3-90F0-0096C1176BF7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E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8B211A7-2F45-49BE-A502-387AD187E1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73172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362B-D8F0-4CC3-90F0-0096C1176BF7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211A7-2F45-49BE-A502-387AD187E1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0889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362B-D8F0-4CC3-90F0-0096C1176BF7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211A7-2F45-49BE-A502-387AD187E1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60471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362B-D8F0-4CC3-90F0-0096C1176BF7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211A7-2F45-49BE-A502-387AD187E1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1143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362B-D8F0-4CC3-90F0-0096C1176BF7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211A7-2F45-49BE-A502-387AD187E1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4475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362B-D8F0-4CC3-90F0-0096C1176BF7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211A7-2F45-49BE-A502-387AD187E1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18872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362B-D8F0-4CC3-90F0-0096C1176BF7}" type="datetimeFigureOut">
              <a:rPr lang="en-IE" smtClean="0"/>
              <a:t>26/11/2021</a:t>
            </a:fld>
            <a:endParaRPr lang="en-IE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211A7-2F45-49BE-A502-387AD187E1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6335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362B-D8F0-4CC3-90F0-0096C1176BF7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211A7-2F45-49BE-A502-387AD187E1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31200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362B-D8F0-4CC3-90F0-0096C1176BF7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211A7-2F45-49BE-A502-387AD187E1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26880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04C362B-D8F0-4CC3-90F0-0096C1176BF7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8B211A7-2F45-49BE-A502-387AD187E1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7475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B590-4C84-42CE-A055-1DA7680168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CATCH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159259-CB5B-4B11-9B61-32F876D70E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Concept Document</a:t>
            </a:r>
          </a:p>
        </p:txBody>
      </p:sp>
    </p:spTree>
    <p:extLst>
      <p:ext uri="{BB962C8B-B14F-4D97-AF65-F5344CB8AC3E}">
        <p14:creationId xmlns:p14="http://schemas.microsoft.com/office/powerpoint/2010/main" val="10144598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Rockwell</vt:lpstr>
      <vt:lpstr>Rockwell Condensed</vt:lpstr>
      <vt:lpstr>Wingdings</vt:lpstr>
      <vt:lpstr>Wood Type</vt:lpstr>
      <vt:lpstr>CATCH GAME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CATCH GAME</dc:title>
  <dc:creator>(Student) - Chi Cham Ng</dc:creator>
  <cp:lastModifiedBy>(Student) - Chi Cham Ng</cp:lastModifiedBy>
  <cp:revision>1</cp:revision>
  <dcterms:created xsi:type="dcterms:W3CDTF">2021-11-26T10:17:42Z</dcterms:created>
  <dcterms:modified xsi:type="dcterms:W3CDTF">2021-11-26T10:19:12Z</dcterms:modified>
</cp:coreProperties>
</file>