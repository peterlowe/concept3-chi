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8311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435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3172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88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60471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11432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447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887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3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3120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880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7475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B590-4C84-42CE-A055-1DA7680168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CATCH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59259-CB5B-4B11-9B61-32F876D70E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Concept Document</a:t>
            </a:r>
          </a:p>
        </p:txBody>
      </p:sp>
    </p:spTree>
    <p:extLst>
      <p:ext uri="{BB962C8B-B14F-4D97-AF65-F5344CB8AC3E}">
        <p14:creationId xmlns:p14="http://schemas.microsoft.com/office/powerpoint/2010/main" val="1014459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57B6B-4360-4C05-86C5-8333E161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2A4CF-35FA-4864-8471-61C5A4E30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is a disinfection staff who work in a hospital, </a:t>
            </a:r>
          </a:p>
          <a:p>
            <a:r>
              <a:rPr lang="en-US" dirty="0"/>
              <a:t>he need to catch all virus to keep the place clean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7338095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3</TotalTime>
  <Words>27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Rockwell</vt:lpstr>
      <vt:lpstr>Rockwell Condensed</vt:lpstr>
      <vt:lpstr>Wingdings</vt:lpstr>
      <vt:lpstr>Wood Type</vt:lpstr>
      <vt:lpstr>CATCH GAME</vt:lpstr>
      <vt:lpstr>Background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GAME</dc:title>
  <dc:creator>(Student) - Chi Cham Ng</dc:creator>
  <cp:lastModifiedBy>(Student) - Chi Cham Ng</cp:lastModifiedBy>
  <cp:revision>3</cp:revision>
  <dcterms:created xsi:type="dcterms:W3CDTF">2021-11-26T10:17:42Z</dcterms:created>
  <dcterms:modified xsi:type="dcterms:W3CDTF">2021-11-26T10:27:34Z</dcterms:modified>
</cp:coreProperties>
</file>